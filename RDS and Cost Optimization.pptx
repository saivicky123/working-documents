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B6C65-4FB2-47DD-B21E-CCD574452904}" v="27" dt="2026-01-20T12:57:05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Vicky C" userId="8ea46ccd2eda9375" providerId="LiveId" clId="{0BA51BD9-A9DE-4B0B-B391-C4D916C0B200}"/>
    <pc:docChg chg="custSel addSld modSld">
      <pc:chgData name="Sai Vicky C" userId="8ea46ccd2eda9375" providerId="LiveId" clId="{0BA51BD9-A9DE-4B0B-B391-C4D916C0B200}" dt="2026-01-20T12:57:51.960" v="636" actId="20577"/>
      <pc:docMkLst>
        <pc:docMk/>
      </pc:docMkLst>
      <pc:sldChg chg="modSp new mod">
        <pc:chgData name="Sai Vicky C" userId="8ea46ccd2eda9375" providerId="LiveId" clId="{0BA51BD9-A9DE-4B0B-B391-C4D916C0B200}" dt="2026-01-20T12:01:37.205" v="90" actId="20577"/>
        <pc:sldMkLst>
          <pc:docMk/>
          <pc:sldMk cId="2864621751" sldId="256"/>
        </pc:sldMkLst>
        <pc:spChg chg="mod">
          <ac:chgData name="Sai Vicky C" userId="8ea46ccd2eda9375" providerId="LiveId" clId="{0BA51BD9-A9DE-4B0B-B391-C4D916C0B200}" dt="2026-01-20T11:58:40.811" v="44" actId="20577"/>
          <ac:spMkLst>
            <pc:docMk/>
            <pc:sldMk cId="2864621751" sldId="256"/>
            <ac:spMk id="2" creationId="{114639F5-0FD6-48F2-F33D-0EDDA8E00FFD}"/>
          </ac:spMkLst>
        </pc:spChg>
        <pc:spChg chg="mod">
          <ac:chgData name="Sai Vicky C" userId="8ea46ccd2eda9375" providerId="LiveId" clId="{0BA51BD9-A9DE-4B0B-B391-C4D916C0B200}" dt="2026-01-20T12:01:37.205" v="90" actId="20577"/>
          <ac:spMkLst>
            <pc:docMk/>
            <pc:sldMk cId="2864621751" sldId="256"/>
            <ac:spMk id="3" creationId="{8603B628-6193-D9E4-3A21-8FC261913939}"/>
          </ac:spMkLst>
        </pc:spChg>
      </pc:sldChg>
      <pc:sldChg chg="addSp modSp new mod">
        <pc:chgData name="Sai Vicky C" userId="8ea46ccd2eda9375" providerId="LiveId" clId="{0BA51BD9-A9DE-4B0B-B391-C4D916C0B200}" dt="2026-01-20T12:47:10.935" v="448" actId="3062"/>
        <pc:sldMkLst>
          <pc:docMk/>
          <pc:sldMk cId="3560053636" sldId="257"/>
        </pc:sldMkLst>
        <pc:spChg chg="mod">
          <ac:chgData name="Sai Vicky C" userId="8ea46ccd2eda9375" providerId="LiveId" clId="{0BA51BD9-A9DE-4B0B-B391-C4D916C0B200}" dt="2026-01-20T12:02:43.107" v="122" actId="20577"/>
          <ac:spMkLst>
            <pc:docMk/>
            <pc:sldMk cId="3560053636" sldId="257"/>
            <ac:spMk id="2" creationId="{8C0ADE4B-B348-0B7C-F201-8EA116FC7CFC}"/>
          </ac:spMkLst>
        </pc:spChg>
        <pc:spChg chg="mod">
          <ac:chgData name="Sai Vicky C" userId="8ea46ccd2eda9375" providerId="LiveId" clId="{0BA51BD9-A9DE-4B0B-B391-C4D916C0B200}" dt="2026-01-20T12:47:10.935" v="448" actId="3062"/>
          <ac:spMkLst>
            <pc:docMk/>
            <pc:sldMk cId="3560053636" sldId="257"/>
            <ac:spMk id="3" creationId="{49A9D088-6119-323E-437F-18EB16D717D0}"/>
          </ac:spMkLst>
        </pc:spChg>
        <pc:spChg chg="add mod">
          <ac:chgData name="Sai Vicky C" userId="8ea46ccd2eda9375" providerId="LiveId" clId="{0BA51BD9-A9DE-4B0B-B391-C4D916C0B200}" dt="2026-01-20T12:46:29.503" v="444" actId="33987"/>
          <ac:spMkLst>
            <pc:docMk/>
            <pc:sldMk cId="3560053636" sldId="257"/>
            <ac:spMk id="4" creationId="{2B625DDB-C794-6976-7B6C-DD50A51050CE}"/>
          </ac:spMkLst>
        </pc:spChg>
      </pc:sldChg>
      <pc:sldChg chg="modSp new mod">
        <pc:chgData name="Sai Vicky C" userId="8ea46ccd2eda9375" providerId="LiveId" clId="{0BA51BD9-A9DE-4B0B-B391-C4D916C0B200}" dt="2026-01-20T12:48:14.703" v="452" actId="3062"/>
        <pc:sldMkLst>
          <pc:docMk/>
          <pc:sldMk cId="1276035351" sldId="258"/>
        </pc:sldMkLst>
        <pc:spChg chg="mod">
          <ac:chgData name="Sai Vicky C" userId="8ea46ccd2eda9375" providerId="LiveId" clId="{0BA51BD9-A9DE-4B0B-B391-C4D916C0B200}" dt="2026-01-20T12:37:39.697" v="269" actId="20577"/>
          <ac:spMkLst>
            <pc:docMk/>
            <pc:sldMk cId="1276035351" sldId="258"/>
            <ac:spMk id="2" creationId="{ED6217CA-65A2-24D8-2714-06359613F6FE}"/>
          </ac:spMkLst>
        </pc:spChg>
        <pc:spChg chg="mod">
          <ac:chgData name="Sai Vicky C" userId="8ea46ccd2eda9375" providerId="LiveId" clId="{0BA51BD9-A9DE-4B0B-B391-C4D916C0B200}" dt="2026-01-20T12:37:50.421" v="300" actId="20577"/>
          <ac:spMkLst>
            <pc:docMk/>
            <pc:sldMk cId="1276035351" sldId="258"/>
            <ac:spMk id="3" creationId="{FF6CB5F0-1A31-EB26-C2BC-E35F4D248629}"/>
          </ac:spMkLst>
        </pc:spChg>
        <pc:spChg chg="mod">
          <ac:chgData name="Sai Vicky C" userId="8ea46ccd2eda9375" providerId="LiveId" clId="{0BA51BD9-A9DE-4B0B-B391-C4D916C0B200}" dt="2026-01-20T12:48:01.739" v="451" actId="3062"/>
          <ac:spMkLst>
            <pc:docMk/>
            <pc:sldMk cId="1276035351" sldId="258"/>
            <ac:spMk id="4" creationId="{67796ADC-30AA-4416-2EFE-AC8DE926363B}"/>
          </ac:spMkLst>
        </pc:spChg>
        <pc:spChg chg="mod">
          <ac:chgData name="Sai Vicky C" userId="8ea46ccd2eda9375" providerId="LiveId" clId="{0BA51BD9-A9DE-4B0B-B391-C4D916C0B200}" dt="2026-01-20T12:38:09.842" v="331" actId="20577"/>
          <ac:spMkLst>
            <pc:docMk/>
            <pc:sldMk cId="1276035351" sldId="258"/>
            <ac:spMk id="5" creationId="{D9C647C2-C229-2A4F-F4A0-601E7DB3C8F7}"/>
          </ac:spMkLst>
        </pc:spChg>
        <pc:spChg chg="mod">
          <ac:chgData name="Sai Vicky C" userId="8ea46ccd2eda9375" providerId="LiveId" clId="{0BA51BD9-A9DE-4B0B-B391-C4D916C0B200}" dt="2026-01-20T12:48:14.703" v="452" actId="3062"/>
          <ac:spMkLst>
            <pc:docMk/>
            <pc:sldMk cId="1276035351" sldId="258"/>
            <ac:spMk id="6" creationId="{E09D9B5A-772F-532F-7D61-B3F21B81D53A}"/>
          </ac:spMkLst>
        </pc:spChg>
      </pc:sldChg>
      <pc:sldChg chg="addSp modSp new mod">
        <pc:chgData name="Sai Vicky C" userId="8ea46ccd2eda9375" providerId="LiveId" clId="{0BA51BD9-A9DE-4B0B-B391-C4D916C0B200}" dt="2026-01-20T12:45:29.718" v="441" actId="1076"/>
        <pc:sldMkLst>
          <pc:docMk/>
          <pc:sldMk cId="2018460112" sldId="259"/>
        </pc:sldMkLst>
        <pc:spChg chg="mod">
          <ac:chgData name="Sai Vicky C" userId="8ea46ccd2eda9375" providerId="LiveId" clId="{0BA51BD9-A9DE-4B0B-B391-C4D916C0B200}" dt="2026-01-20T12:45:10.751" v="437" actId="14100"/>
          <ac:spMkLst>
            <pc:docMk/>
            <pc:sldMk cId="2018460112" sldId="259"/>
            <ac:spMk id="2" creationId="{2F77A7A4-BFC6-EF3A-39CA-CA60931FE62C}"/>
          </ac:spMkLst>
        </pc:spChg>
        <pc:spChg chg="mod">
          <ac:chgData name="Sai Vicky C" userId="8ea46ccd2eda9375" providerId="LiveId" clId="{0BA51BD9-A9DE-4B0B-B391-C4D916C0B200}" dt="2026-01-20T12:45:29.718" v="441" actId="1076"/>
          <ac:spMkLst>
            <pc:docMk/>
            <pc:sldMk cId="2018460112" sldId="259"/>
            <ac:spMk id="3" creationId="{983440FF-D92A-37FE-3EA1-1BA17E086745}"/>
          </ac:spMkLst>
        </pc:spChg>
        <pc:spChg chg="add mod">
          <ac:chgData name="Sai Vicky C" userId="8ea46ccd2eda9375" providerId="LiveId" clId="{0BA51BD9-A9DE-4B0B-B391-C4D916C0B200}" dt="2026-01-20T12:44:29.733" v="427" actId="33987"/>
          <ac:spMkLst>
            <pc:docMk/>
            <pc:sldMk cId="2018460112" sldId="259"/>
            <ac:spMk id="4" creationId="{4E34084B-AC38-F3AD-A828-33510FF2C716}"/>
          </ac:spMkLst>
        </pc:spChg>
      </pc:sldChg>
      <pc:sldChg chg="addSp modSp new mod">
        <pc:chgData name="Sai Vicky C" userId="8ea46ccd2eda9375" providerId="LiveId" clId="{0BA51BD9-A9DE-4B0B-B391-C4D916C0B200}" dt="2026-01-20T12:54:55.470" v="486" actId="14838"/>
        <pc:sldMkLst>
          <pc:docMk/>
          <pc:sldMk cId="2986042157" sldId="260"/>
        </pc:sldMkLst>
        <pc:spChg chg="mod">
          <ac:chgData name="Sai Vicky C" userId="8ea46ccd2eda9375" providerId="LiveId" clId="{0BA51BD9-A9DE-4B0B-B391-C4D916C0B200}" dt="2026-01-20T12:50:08.782" v="457" actId="14100"/>
          <ac:spMkLst>
            <pc:docMk/>
            <pc:sldMk cId="2986042157" sldId="260"/>
            <ac:spMk id="2" creationId="{84FC9708-5DF2-8366-FDBE-371D97648FF4}"/>
          </ac:spMkLst>
        </pc:spChg>
        <pc:spChg chg="mod">
          <ac:chgData name="Sai Vicky C" userId="8ea46ccd2eda9375" providerId="LiveId" clId="{0BA51BD9-A9DE-4B0B-B391-C4D916C0B200}" dt="2026-01-20T12:54:55.470" v="486" actId="14838"/>
          <ac:spMkLst>
            <pc:docMk/>
            <pc:sldMk cId="2986042157" sldId="260"/>
            <ac:spMk id="3" creationId="{67ABBB08-6817-8062-5444-2ABF2BEF2F4A}"/>
          </ac:spMkLst>
        </pc:spChg>
        <pc:spChg chg="add mod">
          <ac:chgData name="Sai Vicky C" userId="8ea46ccd2eda9375" providerId="LiveId" clId="{0BA51BD9-A9DE-4B0B-B391-C4D916C0B200}" dt="2026-01-20T12:52:06.311" v="480" actId="33987"/>
          <ac:spMkLst>
            <pc:docMk/>
            <pc:sldMk cId="2986042157" sldId="260"/>
            <ac:spMk id="4" creationId="{5E6F8630-8CE0-B097-BBEE-95BD1B769E77}"/>
          </ac:spMkLst>
        </pc:spChg>
        <pc:spChg chg="add mod">
          <ac:chgData name="Sai Vicky C" userId="8ea46ccd2eda9375" providerId="LiveId" clId="{0BA51BD9-A9DE-4B0B-B391-C4D916C0B200}" dt="2026-01-20T12:54:20.469" v="483" actId="33987"/>
          <ac:spMkLst>
            <pc:docMk/>
            <pc:sldMk cId="2986042157" sldId="260"/>
            <ac:spMk id="5" creationId="{CD4B76BE-B356-0B40-C103-1CF3169EEB54}"/>
          </ac:spMkLst>
        </pc:spChg>
      </pc:sldChg>
      <pc:sldChg chg="modSp new mod">
        <pc:chgData name="Sai Vicky C" userId="8ea46ccd2eda9375" providerId="LiveId" clId="{0BA51BD9-A9DE-4B0B-B391-C4D916C0B200}" dt="2026-01-20T12:57:51.960" v="636" actId="20577"/>
        <pc:sldMkLst>
          <pc:docMk/>
          <pc:sldMk cId="591106440" sldId="261"/>
        </pc:sldMkLst>
        <pc:spChg chg="mod">
          <ac:chgData name="Sai Vicky C" userId="8ea46ccd2eda9375" providerId="LiveId" clId="{0BA51BD9-A9DE-4B0B-B391-C4D916C0B200}" dt="2026-01-20T12:56:11.258" v="519" actId="27636"/>
          <ac:spMkLst>
            <pc:docMk/>
            <pc:sldMk cId="591106440" sldId="261"/>
            <ac:spMk id="2" creationId="{10B7BB61-769E-518D-9C6F-A4E731D55C70}"/>
          </ac:spMkLst>
        </pc:spChg>
        <pc:spChg chg="mod">
          <ac:chgData name="Sai Vicky C" userId="8ea46ccd2eda9375" providerId="LiveId" clId="{0BA51BD9-A9DE-4B0B-B391-C4D916C0B200}" dt="2026-01-20T12:57:51.960" v="636" actId="20577"/>
          <ac:spMkLst>
            <pc:docMk/>
            <pc:sldMk cId="591106440" sldId="261"/>
            <ac:spMk id="3" creationId="{4A92F3E2-FCF1-05C8-8D7A-A59F339A20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94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42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50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30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462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7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99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41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7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11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5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E0BA405-A476-4574-8735-305243FD6C8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6EF0204-CB1E-4D93-8A08-45F516C42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85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39F5-0FD6-48F2-F33D-0EDDA8E00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Relational Database service (RDS)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3B628-6193-D9E4-3A21-8FC2619139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r"/>
            <a:r>
              <a:rPr lang="en-US" dirty="0"/>
              <a:t>Presented by Vignesh</a:t>
            </a:r>
          </a:p>
          <a:p>
            <a:pPr algn="r"/>
            <a:r>
              <a:rPr lang="en-US" dirty="0"/>
              <a:t>DevOps Engineer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621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DE4B-B348-0B7C-F201-8EA116FC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What is RDS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9D088-6119-323E-437F-18EB16D71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RDS </a:t>
            </a:r>
            <a:r>
              <a:rPr lang="en-US" dirty="0">
                <a:sym typeface="Wingdings" panose="05000000000000000000" pitchFamily="2" charset="2"/>
              </a:rPr>
              <a:t> web service  set-up DB  AWS cloud </a:t>
            </a:r>
          </a:p>
          <a:p>
            <a:r>
              <a:rPr lang="en-US" dirty="0">
                <a:sym typeface="Wingdings" panose="05000000000000000000" pitchFamily="2" charset="2"/>
              </a:rPr>
              <a:t>Why </a:t>
            </a: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RDS</a:t>
            </a:r>
            <a:r>
              <a:rPr lang="en-US" dirty="0">
                <a:sym typeface="Wingdings" panose="05000000000000000000" pitchFamily="2" charset="2"/>
              </a:rPr>
              <a:t>?</a:t>
            </a:r>
          </a:p>
          <a:p>
            <a:pPr lvl="0"/>
            <a:r>
              <a:rPr lang="en-IN" dirty="0"/>
              <a:t>Cost-efficient</a:t>
            </a:r>
          </a:p>
          <a:p>
            <a:pPr lvl="0"/>
            <a:r>
              <a:rPr lang="en-IN" dirty="0"/>
              <a:t>RDS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re-sized at any point of time. </a:t>
            </a:r>
          </a:p>
          <a:p>
            <a:pPr lvl="0"/>
            <a:r>
              <a:rPr lang="en-IN" dirty="0"/>
              <a:t>Resize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memory, CPU or storage </a:t>
            </a:r>
          </a:p>
          <a:p>
            <a:pPr lvl="0"/>
            <a:r>
              <a:rPr lang="en-IN" dirty="0"/>
              <a:t>DB’s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</a:t>
            </a:r>
            <a:r>
              <a:rPr lang="en-IN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Maria DB, My SQL</a:t>
            </a:r>
            <a:r>
              <a:rPr lang="en-IN" dirty="0"/>
              <a:t>, Oracle, Microsoft SQL etc.</a:t>
            </a:r>
          </a:p>
          <a:p>
            <a:pPr lvl="0"/>
            <a:r>
              <a:rPr lang="en-IN" dirty="0"/>
              <a:t>Great advantage is we can use </a:t>
            </a:r>
            <a:r>
              <a:rPr lang="en-IN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multi-AZ</a:t>
            </a:r>
            <a:r>
              <a:rPr lang="en-IN" dirty="0"/>
              <a:t> option to replicate the entire DB as a standby.</a:t>
            </a:r>
          </a:p>
          <a:p>
            <a:pPr lvl="0"/>
            <a:r>
              <a:rPr lang="en-IN" dirty="0"/>
              <a:t>For every replica, we will get an endpoint. </a:t>
            </a:r>
          </a:p>
        </p:txBody>
      </p:sp>
    </p:spTree>
    <p:extLst>
      <p:ext uri="{BB962C8B-B14F-4D97-AF65-F5344CB8AC3E}">
        <p14:creationId xmlns:p14="http://schemas.microsoft.com/office/powerpoint/2010/main" val="356005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17CA-65A2-24D8-2714-06359613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RDS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CB5F0-1A31-EB26-C2BC-E35F4D248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Relational Database Service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96ADC-30AA-4416-2EFE-AC8DE92636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RDS stores information in </a:t>
            </a:r>
            <a:r>
              <a:rPr lang="en-IN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tables</a:t>
            </a:r>
            <a:r>
              <a:rPr lang="en-IN" dirty="0"/>
              <a:t>.</a:t>
            </a:r>
          </a:p>
          <a:p>
            <a:r>
              <a:rPr lang="en-IN" dirty="0"/>
              <a:t>These tables shared information between them, forming a relationship to form tables. </a:t>
            </a:r>
          </a:p>
          <a:p>
            <a:r>
              <a:rPr lang="en-IN" dirty="0"/>
              <a:t>Ex: </a:t>
            </a:r>
            <a:r>
              <a:rPr lang="en-I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My SQL </a:t>
            </a:r>
            <a:r>
              <a:rPr lang="en-IN" dirty="0"/>
              <a:t>(Structured Query Language), Oracle, </a:t>
            </a:r>
            <a:r>
              <a:rPr lang="en-I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Postgres SQL </a:t>
            </a:r>
            <a:r>
              <a:rPr lang="en-IN" dirty="0"/>
              <a:t>etc..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647C2-C229-2A4F-F4A0-601E7DB3C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Non-Relational Database Service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D9B5A-772F-532F-7D61-B3F21B81D53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This is a kind of DB there is no format like tables, fields or columns. </a:t>
            </a:r>
          </a:p>
          <a:p>
            <a:r>
              <a:rPr lang="en-IN" dirty="0"/>
              <a:t>It can be built in any format. </a:t>
            </a:r>
          </a:p>
          <a:p>
            <a:r>
              <a:rPr lang="en-IN" dirty="0"/>
              <a:t>Sometimes called 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NoSQL</a:t>
            </a:r>
            <a:r>
              <a:rPr lang="en-IN" dirty="0"/>
              <a:t>.</a:t>
            </a:r>
          </a:p>
          <a:p>
            <a:r>
              <a:rPr lang="en-IN" dirty="0"/>
              <a:t>Ex:  Mongo DB, Big Table, Raven DB, Cassandra and Couch DB.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03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A7A4-BFC6-EF3A-39CA-CA60931F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8122920" cy="950976"/>
          </a:xfrm>
        </p:spPr>
        <p:txBody>
          <a:bodyPr/>
          <a:lstStyle/>
          <a:p>
            <a:r>
              <a:rPr lang="en-US" cap="none" dirty="0"/>
              <a:t>Ways to work on DB service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40FF-D92A-37FE-3EA1-1BA17E086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143000"/>
            <a:ext cx="11384280" cy="58247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/>
              <a:t>EC2/RDS:</a:t>
            </a:r>
            <a:endParaRPr lang="en-IN" dirty="0"/>
          </a:p>
          <a:p>
            <a:pPr lvl="0"/>
            <a:r>
              <a:rPr lang="en-IN" b="1" dirty="0"/>
              <a:t>There are pros and cons installing or using ec2/RDS for Databases. </a:t>
            </a:r>
            <a:endParaRPr lang="en-IN" dirty="0"/>
          </a:p>
          <a:p>
            <a:r>
              <a:rPr lang="en-I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PROS:</a:t>
            </a:r>
          </a:p>
          <a:p>
            <a:pPr marL="0" indent="0">
              <a:buNone/>
            </a:pP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lvl="0"/>
            <a:r>
              <a:rPr lang="en-IN" dirty="0"/>
              <a:t>Access to the DB instance O.S</a:t>
            </a:r>
          </a:p>
          <a:p>
            <a:pPr lvl="0"/>
            <a:r>
              <a:rPr lang="en-IN" dirty="0"/>
              <a:t>Client/Vendor request</a:t>
            </a:r>
          </a:p>
          <a:p>
            <a:pPr lvl="0"/>
            <a:r>
              <a:rPr lang="en-IN" dirty="0"/>
              <a:t>D.B version details ec2 provides. </a:t>
            </a:r>
          </a:p>
          <a:p>
            <a:r>
              <a:rPr lang="en-IN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CONS:</a:t>
            </a:r>
          </a:p>
          <a:p>
            <a:pPr marL="0" indent="0">
              <a:buNone/>
            </a:pP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lvl="0"/>
            <a:r>
              <a:rPr lang="en-IN" dirty="0"/>
              <a:t>Admin Overhead</a:t>
            </a:r>
          </a:p>
          <a:p>
            <a:pPr lvl="0"/>
            <a:r>
              <a:rPr lang="en-IN" dirty="0"/>
              <a:t>Backup and Disaster Recovery is on us.</a:t>
            </a:r>
          </a:p>
          <a:p>
            <a:pPr lvl="0"/>
            <a:r>
              <a:rPr lang="en-IN" dirty="0"/>
              <a:t>Ec2 is running on single availability zone (recovery is not possible)</a:t>
            </a:r>
          </a:p>
          <a:p>
            <a:pPr lvl="0"/>
            <a:r>
              <a:rPr lang="en-IN" dirty="0"/>
              <a:t>New features on aws is not available in ec2.</a:t>
            </a:r>
          </a:p>
          <a:p>
            <a:pPr lvl="0"/>
            <a:r>
              <a:rPr lang="en-IN" dirty="0"/>
              <a:t>Performance issues compared to aws RDS.</a:t>
            </a:r>
          </a:p>
        </p:txBody>
      </p:sp>
    </p:spTree>
    <p:extLst>
      <p:ext uri="{BB962C8B-B14F-4D97-AF65-F5344CB8AC3E}">
        <p14:creationId xmlns:p14="http://schemas.microsoft.com/office/powerpoint/2010/main" val="201846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9708-5DF2-8366-FDBE-371D9764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8717280" cy="1152144"/>
          </a:xfrm>
        </p:spPr>
        <p:txBody>
          <a:bodyPr/>
          <a:lstStyle/>
          <a:p>
            <a:r>
              <a:rPr lang="en-IN" b="1" u="sng" dirty="0"/>
              <a:t>Why AWS RDS?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BB08-6817-8062-5444-2ABF2BEF2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1234440"/>
            <a:ext cx="10826496" cy="5285232"/>
          </a:xfrm>
        </p:spPr>
        <p:txBody>
          <a:bodyPr/>
          <a:lstStyle/>
          <a:p>
            <a:pPr lvl="0"/>
            <a:r>
              <a:rPr lang="en-IN" u="dotDotDash" dirty="0"/>
              <a:t>High Availability with </a:t>
            </a:r>
            <a:r>
              <a:rPr lang="en-IN" b="1" u="dotDotDash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Multi-AZ’s</a:t>
            </a:r>
            <a:endParaRPr lang="en-IN" dirty="0"/>
          </a:p>
          <a:p>
            <a:pPr lvl="1"/>
            <a:r>
              <a:rPr lang="en-IN" dirty="0"/>
              <a:t>It will automatically create a snapshot and provide a standby/replica</a:t>
            </a:r>
          </a:p>
          <a:p>
            <a:pPr lvl="1"/>
            <a:r>
              <a:rPr lang="en-IN" dirty="0"/>
              <a:t>Failover will be taken care by AWS</a:t>
            </a:r>
          </a:p>
          <a:p>
            <a:pPr marL="274320" lvl="1" indent="0">
              <a:buNone/>
            </a:pPr>
            <a:endParaRPr lang="en-IN" dirty="0"/>
          </a:p>
          <a:p>
            <a:pPr lvl="0"/>
            <a:r>
              <a:rPr lang="en-IN" u="dotDotDash" dirty="0"/>
              <a:t>Automated </a:t>
            </a:r>
            <a:r>
              <a:rPr lang="en-IN" b="1" u="dotDotDash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Backups</a:t>
            </a:r>
            <a:r>
              <a:rPr lang="en-IN" u="dotDotDash" dirty="0"/>
              <a:t> and Restore</a:t>
            </a:r>
            <a:endParaRPr lang="en-IN" dirty="0"/>
          </a:p>
          <a:p>
            <a:pPr lvl="1"/>
            <a:r>
              <a:rPr lang="en-IN" dirty="0"/>
              <a:t>This feature is a major advantage where it automatically takes snapshot and restores the DB.</a:t>
            </a:r>
          </a:p>
          <a:p>
            <a:pPr lvl="1"/>
            <a:r>
              <a:rPr lang="en-IN" dirty="0"/>
              <a:t>Whereas in ec2, it’s a manual process, we need to take a snapshot and work with AWS team for the lost data. </a:t>
            </a:r>
          </a:p>
          <a:p>
            <a:pPr marL="274320" lvl="1" indent="0">
              <a:buNone/>
            </a:pPr>
            <a:endParaRPr lang="en-IN" dirty="0"/>
          </a:p>
          <a:p>
            <a:pPr lvl="0"/>
            <a:r>
              <a:rPr lang="en-IN" u="dotDotDash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Read Replicas</a:t>
            </a:r>
            <a:endParaRPr lang="en-IN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  <a:p>
            <a:pPr lvl="1"/>
            <a:r>
              <a:rPr lang="en-IN" dirty="0"/>
              <a:t>This is a great feature in RDS where, instead of providing a onload on the primary instance, this feature automatically redirects everyone to another instance to improve the primary instance performance. </a:t>
            </a:r>
          </a:p>
          <a:p>
            <a:pPr marL="274320" lvl="1" indent="0">
              <a:buNone/>
            </a:pPr>
            <a:endParaRPr lang="en-IN" dirty="0"/>
          </a:p>
          <a:p>
            <a:pPr lvl="0"/>
            <a:r>
              <a:rPr lang="en-IN" u="dotDotDash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Compatibility</a:t>
            </a:r>
            <a:r>
              <a:rPr lang="en-IN" u="dotDotDash" dirty="0"/>
              <a:t>:</a:t>
            </a:r>
            <a:endParaRPr lang="en-IN" dirty="0"/>
          </a:p>
          <a:p>
            <a:pPr lvl="1"/>
            <a:r>
              <a:rPr lang="en-IN" dirty="0"/>
              <a:t>Supports Maria DB, MySQL, Oracle, Microsoft SQL etc.</a:t>
            </a:r>
          </a:p>
        </p:txBody>
      </p:sp>
    </p:spTree>
    <p:extLst>
      <p:ext uri="{BB962C8B-B14F-4D97-AF65-F5344CB8AC3E}">
        <p14:creationId xmlns:p14="http://schemas.microsoft.com/office/powerpoint/2010/main" val="298604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7BB61-769E-518D-9C6F-A4E731D5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8641080" cy="777240"/>
          </a:xfrm>
        </p:spPr>
        <p:txBody>
          <a:bodyPr>
            <a:normAutofit fontScale="90000"/>
          </a:bodyPr>
          <a:lstStyle/>
          <a:p>
            <a:r>
              <a:rPr lang="en-US" cap="none" dirty="0"/>
              <a:t>Create maria DB on ec2 server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2F3E2-FCF1-05C8-8D7A-A59F339A2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03604"/>
            <a:ext cx="10058400" cy="4050792"/>
          </a:xfrm>
        </p:spPr>
        <p:txBody>
          <a:bodyPr/>
          <a:lstStyle/>
          <a:p>
            <a:r>
              <a:rPr lang="en-IN" dirty="0"/>
              <a:t>Yum update -y</a:t>
            </a:r>
          </a:p>
          <a:p>
            <a:r>
              <a:rPr lang="en-IN" dirty="0"/>
              <a:t>Maria DB- yum -y install mariadb105-server</a:t>
            </a:r>
          </a:p>
          <a:p>
            <a:r>
              <a:rPr lang="en-IN" dirty="0"/>
              <a:t>105 means 10.5 version where Linux supports </a:t>
            </a:r>
            <a:r>
              <a:rPr lang="en-IN"/>
              <a:t>that version.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106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60</TotalTime>
  <Words>412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Rockwell</vt:lpstr>
      <vt:lpstr>Rockwell Condensed</vt:lpstr>
      <vt:lpstr>Wingdings</vt:lpstr>
      <vt:lpstr>Wood Type</vt:lpstr>
      <vt:lpstr>Relational Database service (RDS)</vt:lpstr>
      <vt:lpstr>What is RDS</vt:lpstr>
      <vt:lpstr>Types of RDS</vt:lpstr>
      <vt:lpstr>Ways to work on DB service</vt:lpstr>
      <vt:lpstr>Why AWS RDS?</vt:lpstr>
      <vt:lpstr>Create maria DB on ec2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Vicky C</dc:creator>
  <cp:lastModifiedBy>Sai Vicky C</cp:lastModifiedBy>
  <cp:revision>1</cp:revision>
  <dcterms:created xsi:type="dcterms:W3CDTF">2026-01-20T11:57:28Z</dcterms:created>
  <dcterms:modified xsi:type="dcterms:W3CDTF">2026-01-20T12:58:00Z</dcterms:modified>
</cp:coreProperties>
</file>